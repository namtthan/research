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57" r:id="rId4"/>
    <p:sldId id="261" r:id="rId5"/>
    <p:sldId id="260" r:id="rId6"/>
    <p:sldId id="258" r:id="rId7"/>
  </p:sldIdLst>
  <p:sldSz cx="12192000" cy="56880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EAE4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253" y="48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930886"/>
            <a:ext cx="9144000" cy="1980271"/>
          </a:xfrm>
        </p:spPr>
        <p:txBody>
          <a:bodyPr anchor="b"/>
          <a:lstStyle>
            <a:lvl1pPr algn="ctr">
              <a:defRPr sz="497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987524"/>
            <a:ext cx="9144000" cy="1373286"/>
          </a:xfrm>
        </p:spPr>
        <p:txBody>
          <a:bodyPr/>
          <a:lstStyle>
            <a:lvl1pPr marL="0" indent="0" algn="ctr">
              <a:buNone/>
              <a:defRPr sz="1991"/>
            </a:lvl1pPr>
            <a:lvl2pPr marL="379202" indent="0" algn="ctr">
              <a:buNone/>
              <a:defRPr sz="1659"/>
            </a:lvl2pPr>
            <a:lvl3pPr marL="758403" indent="0" algn="ctr">
              <a:buNone/>
              <a:defRPr sz="1493"/>
            </a:lvl3pPr>
            <a:lvl4pPr marL="1137605" indent="0" algn="ctr">
              <a:buNone/>
              <a:defRPr sz="1327"/>
            </a:lvl4pPr>
            <a:lvl5pPr marL="1516807" indent="0" algn="ctr">
              <a:buNone/>
              <a:defRPr sz="1327"/>
            </a:lvl5pPr>
            <a:lvl6pPr marL="1896008" indent="0" algn="ctr">
              <a:buNone/>
              <a:defRPr sz="1327"/>
            </a:lvl6pPr>
            <a:lvl7pPr marL="2275210" indent="0" algn="ctr">
              <a:buNone/>
              <a:defRPr sz="1327"/>
            </a:lvl7pPr>
            <a:lvl8pPr marL="2654412" indent="0" algn="ctr">
              <a:buNone/>
              <a:defRPr sz="1327"/>
            </a:lvl8pPr>
            <a:lvl9pPr marL="3033613" indent="0" algn="ctr">
              <a:buNone/>
              <a:defRPr sz="132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24B24-8875-4CF9-BF03-7E4145A2D541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8B6BC-0ACD-4D7A-B804-C1277989F1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292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24B24-8875-4CF9-BF03-7E4145A2D541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8B6BC-0ACD-4D7A-B804-C1277989F1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39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418054"/>
            <a:ext cx="10515600" cy="2366055"/>
          </a:xfrm>
        </p:spPr>
        <p:txBody>
          <a:bodyPr anchor="b"/>
          <a:lstStyle>
            <a:lvl1pPr>
              <a:defRPr sz="497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3806493"/>
            <a:ext cx="10515600" cy="1244252"/>
          </a:xfrm>
        </p:spPr>
        <p:txBody>
          <a:bodyPr/>
          <a:lstStyle>
            <a:lvl1pPr marL="0" indent="0">
              <a:buNone/>
              <a:defRPr sz="1991">
                <a:solidFill>
                  <a:schemeClr val="tx1">
                    <a:tint val="82000"/>
                  </a:schemeClr>
                </a:solidFill>
              </a:defRPr>
            </a:lvl1pPr>
            <a:lvl2pPr marL="379202" indent="0">
              <a:buNone/>
              <a:defRPr sz="1659">
                <a:solidFill>
                  <a:schemeClr val="tx1">
                    <a:tint val="82000"/>
                  </a:schemeClr>
                </a:solidFill>
              </a:defRPr>
            </a:lvl2pPr>
            <a:lvl3pPr marL="758403" indent="0">
              <a:buNone/>
              <a:defRPr sz="1493">
                <a:solidFill>
                  <a:schemeClr val="tx1">
                    <a:tint val="82000"/>
                  </a:schemeClr>
                </a:solidFill>
              </a:defRPr>
            </a:lvl3pPr>
            <a:lvl4pPr marL="1137605" indent="0">
              <a:buNone/>
              <a:defRPr sz="1327">
                <a:solidFill>
                  <a:schemeClr val="tx1">
                    <a:tint val="82000"/>
                  </a:schemeClr>
                </a:solidFill>
              </a:defRPr>
            </a:lvl4pPr>
            <a:lvl5pPr marL="1516807" indent="0">
              <a:buNone/>
              <a:defRPr sz="1327">
                <a:solidFill>
                  <a:schemeClr val="tx1">
                    <a:tint val="82000"/>
                  </a:schemeClr>
                </a:solidFill>
              </a:defRPr>
            </a:lvl5pPr>
            <a:lvl6pPr marL="1896008" indent="0">
              <a:buNone/>
              <a:defRPr sz="1327">
                <a:solidFill>
                  <a:schemeClr val="tx1">
                    <a:tint val="82000"/>
                  </a:schemeClr>
                </a:solidFill>
              </a:defRPr>
            </a:lvl6pPr>
            <a:lvl7pPr marL="2275210" indent="0">
              <a:buNone/>
              <a:defRPr sz="1327">
                <a:solidFill>
                  <a:schemeClr val="tx1">
                    <a:tint val="82000"/>
                  </a:schemeClr>
                </a:solidFill>
              </a:defRPr>
            </a:lvl7pPr>
            <a:lvl8pPr marL="2654412" indent="0">
              <a:buNone/>
              <a:defRPr sz="1327">
                <a:solidFill>
                  <a:schemeClr val="tx1">
                    <a:tint val="82000"/>
                  </a:schemeClr>
                </a:solidFill>
              </a:defRPr>
            </a:lvl8pPr>
            <a:lvl9pPr marL="3033613" indent="0">
              <a:buNone/>
              <a:defRPr sz="132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24B24-8875-4CF9-BF03-7E4145A2D541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8B6BC-0ACD-4D7A-B804-C1277989F1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186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514170"/>
            <a:ext cx="5181600" cy="36089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514170"/>
            <a:ext cx="5181600" cy="36089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24B24-8875-4CF9-BF03-7E4145A2D541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8B6BC-0ACD-4D7A-B804-C1277989F1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311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02834"/>
            <a:ext cx="10515600" cy="10994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394354"/>
            <a:ext cx="5157787" cy="683351"/>
          </a:xfrm>
        </p:spPr>
        <p:txBody>
          <a:bodyPr anchor="b"/>
          <a:lstStyle>
            <a:lvl1pPr marL="0" indent="0">
              <a:buNone/>
              <a:defRPr sz="1991" b="1"/>
            </a:lvl1pPr>
            <a:lvl2pPr marL="379202" indent="0">
              <a:buNone/>
              <a:defRPr sz="1659" b="1"/>
            </a:lvl2pPr>
            <a:lvl3pPr marL="758403" indent="0">
              <a:buNone/>
              <a:defRPr sz="1493" b="1"/>
            </a:lvl3pPr>
            <a:lvl4pPr marL="1137605" indent="0">
              <a:buNone/>
              <a:defRPr sz="1327" b="1"/>
            </a:lvl4pPr>
            <a:lvl5pPr marL="1516807" indent="0">
              <a:buNone/>
              <a:defRPr sz="1327" b="1"/>
            </a:lvl5pPr>
            <a:lvl6pPr marL="1896008" indent="0">
              <a:buNone/>
              <a:defRPr sz="1327" b="1"/>
            </a:lvl6pPr>
            <a:lvl7pPr marL="2275210" indent="0">
              <a:buNone/>
              <a:defRPr sz="1327" b="1"/>
            </a:lvl7pPr>
            <a:lvl8pPr marL="2654412" indent="0">
              <a:buNone/>
              <a:defRPr sz="1327" b="1"/>
            </a:lvl8pPr>
            <a:lvl9pPr marL="3033613" indent="0">
              <a:buNone/>
              <a:defRPr sz="132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077705"/>
            <a:ext cx="5157787" cy="30559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394354"/>
            <a:ext cx="5183188" cy="683351"/>
          </a:xfrm>
        </p:spPr>
        <p:txBody>
          <a:bodyPr anchor="b"/>
          <a:lstStyle>
            <a:lvl1pPr marL="0" indent="0">
              <a:buNone/>
              <a:defRPr sz="1991" b="1"/>
            </a:lvl1pPr>
            <a:lvl2pPr marL="379202" indent="0">
              <a:buNone/>
              <a:defRPr sz="1659" b="1"/>
            </a:lvl2pPr>
            <a:lvl3pPr marL="758403" indent="0">
              <a:buNone/>
              <a:defRPr sz="1493" b="1"/>
            </a:lvl3pPr>
            <a:lvl4pPr marL="1137605" indent="0">
              <a:buNone/>
              <a:defRPr sz="1327" b="1"/>
            </a:lvl4pPr>
            <a:lvl5pPr marL="1516807" indent="0">
              <a:buNone/>
              <a:defRPr sz="1327" b="1"/>
            </a:lvl5pPr>
            <a:lvl6pPr marL="1896008" indent="0">
              <a:buNone/>
              <a:defRPr sz="1327" b="1"/>
            </a:lvl6pPr>
            <a:lvl7pPr marL="2275210" indent="0">
              <a:buNone/>
              <a:defRPr sz="1327" b="1"/>
            </a:lvl7pPr>
            <a:lvl8pPr marL="2654412" indent="0">
              <a:buNone/>
              <a:defRPr sz="1327" b="1"/>
            </a:lvl8pPr>
            <a:lvl9pPr marL="3033613" indent="0">
              <a:buNone/>
              <a:defRPr sz="132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077705"/>
            <a:ext cx="5183188" cy="30559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24B24-8875-4CF9-BF03-7E4145A2D541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8B6BC-0ACD-4D7A-B804-C1277989F1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629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24B24-8875-4CF9-BF03-7E4145A2D541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8B6BC-0ACD-4D7A-B804-C1277989F1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632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24B24-8875-4CF9-BF03-7E4145A2D541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8B6BC-0ACD-4D7A-B804-C1277989F1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837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79201"/>
            <a:ext cx="3932237" cy="1327203"/>
          </a:xfrm>
        </p:spPr>
        <p:txBody>
          <a:bodyPr anchor="b"/>
          <a:lstStyle>
            <a:lvl1pPr>
              <a:defRPr sz="265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818969"/>
            <a:ext cx="6172200" cy="4042176"/>
          </a:xfrm>
        </p:spPr>
        <p:txBody>
          <a:bodyPr/>
          <a:lstStyle>
            <a:lvl1pPr>
              <a:defRPr sz="2654"/>
            </a:lvl1pPr>
            <a:lvl2pPr>
              <a:defRPr sz="2322"/>
            </a:lvl2pPr>
            <a:lvl3pPr>
              <a:defRPr sz="1991"/>
            </a:lvl3pPr>
            <a:lvl4pPr>
              <a:defRPr sz="1659"/>
            </a:lvl4pPr>
            <a:lvl5pPr>
              <a:defRPr sz="1659"/>
            </a:lvl5pPr>
            <a:lvl6pPr>
              <a:defRPr sz="1659"/>
            </a:lvl6pPr>
            <a:lvl7pPr>
              <a:defRPr sz="1659"/>
            </a:lvl7pPr>
            <a:lvl8pPr>
              <a:defRPr sz="1659"/>
            </a:lvl8pPr>
            <a:lvl9pPr>
              <a:defRPr sz="165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706404"/>
            <a:ext cx="3932237" cy="3161324"/>
          </a:xfrm>
        </p:spPr>
        <p:txBody>
          <a:bodyPr/>
          <a:lstStyle>
            <a:lvl1pPr marL="0" indent="0">
              <a:buNone/>
              <a:defRPr sz="1327"/>
            </a:lvl1pPr>
            <a:lvl2pPr marL="379202" indent="0">
              <a:buNone/>
              <a:defRPr sz="1161"/>
            </a:lvl2pPr>
            <a:lvl3pPr marL="758403" indent="0">
              <a:buNone/>
              <a:defRPr sz="995"/>
            </a:lvl3pPr>
            <a:lvl4pPr marL="1137605" indent="0">
              <a:buNone/>
              <a:defRPr sz="829"/>
            </a:lvl4pPr>
            <a:lvl5pPr marL="1516807" indent="0">
              <a:buNone/>
              <a:defRPr sz="829"/>
            </a:lvl5pPr>
            <a:lvl6pPr marL="1896008" indent="0">
              <a:buNone/>
              <a:defRPr sz="829"/>
            </a:lvl6pPr>
            <a:lvl7pPr marL="2275210" indent="0">
              <a:buNone/>
              <a:defRPr sz="829"/>
            </a:lvl7pPr>
            <a:lvl8pPr marL="2654412" indent="0">
              <a:buNone/>
              <a:defRPr sz="829"/>
            </a:lvl8pPr>
            <a:lvl9pPr marL="3033613" indent="0">
              <a:buNone/>
              <a:defRPr sz="82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24B24-8875-4CF9-BF03-7E4145A2D541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8B6BC-0ACD-4D7A-B804-C1277989F1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6038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79201"/>
            <a:ext cx="3932237" cy="1327203"/>
          </a:xfrm>
        </p:spPr>
        <p:txBody>
          <a:bodyPr anchor="b"/>
          <a:lstStyle>
            <a:lvl1pPr>
              <a:defRPr sz="265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818969"/>
            <a:ext cx="6172200" cy="4042176"/>
          </a:xfrm>
        </p:spPr>
        <p:txBody>
          <a:bodyPr anchor="t"/>
          <a:lstStyle>
            <a:lvl1pPr marL="0" indent="0">
              <a:buNone/>
              <a:defRPr sz="2654"/>
            </a:lvl1pPr>
            <a:lvl2pPr marL="379202" indent="0">
              <a:buNone/>
              <a:defRPr sz="2322"/>
            </a:lvl2pPr>
            <a:lvl3pPr marL="758403" indent="0">
              <a:buNone/>
              <a:defRPr sz="1991"/>
            </a:lvl3pPr>
            <a:lvl4pPr marL="1137605" indent="0">
              <a:buNone/>
              <a:defRPr sz="1659"/>
            </a:lvl4pPr>
            <a:lvl5pPr marL="1516807" indent="0">
              <a:buNone/>
              <a:defRPr sz="1659"/>
            </a:lvl5pPr>
            <a:lvl6pPr marL="1896008" indent="0">
              <a:buNone/>
              <a:defRPr sz="1659"/>
            </a:lvl6pPr>
            <a:lvl7pPr marL="2275210" indent="0">
              <a:buNone/>
              <a:defRPr sz="1659"/>
            </a:lvl7pPr>
            <a:lvl8pPr marL="2654412" indent="0">
              <a:buNone/>
              <a:defRPr sz="1659"/>
            </a:lvl8pPr>
            <a:lvl9pPr marL="3033613" indent="0">
              <a:buNone/>
              <a:defRPr sz="165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706404"/>
            <a:ext cx="3932237" cy="3161324"/>
          </a:xfrm>
        </p:spPr>
        <p:txBody>
          <a:bodyPr/>
          <a:lstStyle>
            <a:lvl1pPr marL="0" indent="0">
              <a:buNone/>
              <a:defRPr sz="1327"/>
            </a:lvl1pPr>
            <a:lvl2pPr marL="379202" indent="0">
              <a:buNone/>
              <a:defRPr sz="1161"/>
            </a:lvl2pPr>
            <a:lvl3pPr marL="758403" indent="0">
              <a:buNone/>
              <a:defRPr sz="995"/>
            </a:lvl3pPr>
            <a:lvl4pPr marL="1137605" indent="0">
              <a:buNone/>
              <a:defRPr sz="829"/>
            </a:lvl4pPr>
            <a:lvl5pPr marL="1516807" indent="0">
              <a:buNone/>
              <a:defRPr sz="829"/>
            </a:lvl5pPr>
            <a:lvl6pPr marL="1896008" indent="0">
              <a:buNone/>
              <a:defRPr sz="829"/>
            </a:lvl6pPr>
            <a:lvl7pPr marL="2275210" indent="0">
              <a:buNone/>
              <a:defRPr sz="829"/>
            </a:lvl7pPr>
            <a:lvl8pPr marL="2654412" indent="0">
              <a:buNone/>
              <a:defRPr sz="829"/>
            </a:lvl8pPr>
            <a:lvl9pPr marL="3033613" indent="0">
              <a:buNone/>
              <a:defRPr sz="82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24B24-8875-4CF9-BF03-7E4145A2D541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8B6BC-0ACD-4D7A-B804-C1277989F1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25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24B24-8875-4CF9-BF03-7E4145A2D541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8B6BC-0ACD-4D7A-B804-C1277989F1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031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02834"/>
            <a:ext cx="2628900" cy="48203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02834"/>
            <a:ext cx="7734300" cy="48203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24B24-8875-4CF9-BF03-7E4145A2D541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8B6BC-0ACD-4D7A-B804-C1277989F1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598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02834"/>
            <a:ext cx="10515600" cy="10994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514170"/>
            <a:ext cx="10515600" cy="36089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5271946"/>
            <a:ext cx="2743200" cy="3028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324B24-8875-4CF9-BF03-7E4145A2D541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5271946"/>
            <a:ext cx="4114800" cy="3028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5271946"/>
            <a:ext cx="2743200" cy="3028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78B6BC-0ACD-4D7A-B804-C1277989F1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017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58403" rtl="0" eaLnBrk="1" latinLnBrk="0" hangingPunct="1">
        <a:lnSpc>
          <a:spcPct val="90000"/>
        </a:lnSpc>
        <a:spcBef>
          <a:spcPct val="0"/>
        </a:spcBef>
        <a:buNone/>
        <a:defRPr sz="364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9601" indent="-189601" algn="l" defTabSz="758403" rtl="0" eaLnBrk="1" latinLnBrk="0" hangingPunct="1">
        <a:lnSpc>
          <a:spcPct val="90000"/>
        </a:lnSpc>
        <a:spcBef>
          <a:spcPts val="829"/>
        </a:spcBef>
        <a:buFont typeface="Arial" panose="020B0604020202020204" pitchFamily="34" charset="0"/>
        <a:buChar char="•"/>
        <a:defRPr sz="2322" kern="1200">
          <a:solidFill>
            <a:schemeClr val="tx1"/>
          </a:solidFill>
          <a:latin typeface="+mn-lt"/>
          <a:ea typeface="+mn-ea"/>
          <a:cs typeface="+mn-cs"/>
        </a:defRPr>
      </a:lvl1pPr>
      <a:lvl2pPr marL="568803" indent="-189601" algn="l" defTabSz="758403" rtl="0" eaLnBrk="1" latinLnBrk="0" hangingPunct="1">
        <a:lnSpc>
          <a:spcPct val="90000"/>
        </a:lnSpc>
        <a:spcBef>
          <a:spcPts val="415"/>
        </a:spcBef>
        <a:buFont typeface="Arial" panose="020B0604020202020204" pitchFamily="34" charset="0"/>
        <a:buChar char="•"/>
        <a:defRPr sz="1991" kern="1200">
          <a:solidFill>
            <a:schemeClr val="tx1"/>
          </a:solidFill>
          <a:latin typeface="+mn-lt"/>
          <a:ea typeface="+mn-ea"/>
          <a:cs typeface="+mn-cs"/>
        </a:defRPr>
      </a:lvl2pPr>
      <a:lvl3pPr marL="948004" indent="-189601" algn="l" defTabSz="758403" rtl="0" eaLnBrk="1" latinLnBrk="0" hangingPunct="1">
        <a:lnSpc>
          <a:spcPct val="90000"/>
        </a:lnSpc>
        <a:spcBef>
          <a:spcPts val="415"/>
        </a:spcBef>
        <a:buFont typeface="Arial" panose="020B0604020202020204" pitchFamily="34" charset="0"/>
        <a:buChar char="•"/>
        <a:defRPr sz="1659" kern="1200">
          <a:solidFill>
            <a:schemeClr val="tx1"/>
          </a:solidFill>
          <a:latin typeface="+mn-lt"/>
          <a:ea typeface="+mn-ea"/>
          <a:cs typeface="+mn-cs"/>
        </a:defRPr>
      </a:lvl3pPr>
      <a:lvl4pPr marL="1327206" indent="-189601" algn="l" defTabSz="758403" rtl="0" eaLnBrk="1" latinLnBrk="0" hangingPunct="1">
        <a:lnSpc>
          <a:spcPct val="90000"/>
        </a:lnSpc>
        <a:spcBef>
          <a:spcPts val="415"/>
        </a:spcBef>
        <a:buFont typeface="Arial" panose="020B0604020202020204" pitchFamily="34" charset="0"/>
        <a:buChar char="•"/>
        <a:defRPr sz="1493" kern="1200">
          <a:solidFill>
            <a:schemeClr val="tx1"/>
          </a:solidFill>
          <a:latin typeface="+mn-lt"/>
          <a:ea typeface="+mn-ea"/>
          <a:cs typeface="+mn-cs"/>
        </a:defRPr>
      </a:lvl4pPr>
      <a:lvl5pPr marL="1706408" indent="-189601" algn="l" defTabSz="758403" rtl="0" eaLnBrk="1" latinLnBrk="0" hangingPunct="1">
        <a:lnSpc>
          <a:spcPct val="90000"/>
        </a:lnSpc>
        <a:spcBef>
          <a:spcPts val="415"/>
        </a:spcBef>
        <a:buFont typeface="Arial" panose="020B0604020202020204" pitchFamily="34" charset="0"/>
        <a:buChar char="•"/>
        <a:defRPr sz="1493" kern="1200">
          <a:solidFill>
            <a:schemeClr val="tx1"/>
          </a:solidFill>
          <a:latin typeface="+mn-lt"/>
          <a:ea typeface="+mn-ea"/>
          <a:cs typeface="+mn-cs"/>
        </a:defRPr>
      </a:lvl5pPr>
      <a:lvl6pPr marL="2085609" indent="-189601" algn="l" defTabSz="758403" rtl="0" eaLnBrk="1" latinLnBrk="0" hangingPunct="1">
        <a:lnSpc>
          <a:spcPct val="90000"/>
        </a:lnSpc>
        <a:spcBef>
          <a:spcPts val="415"/>
        </a:spcBef>
        <a:buFont typeface="Arial" panose="020B0604020202020204" pitchFamily="34" charset="0"/>
        <a:buChar char="•"/>
        <a:defRPr sz="1493" kern="1200">
          <a:solidFill>
            <a:schemeClr val="tx1"/>
          </a:solidFill>
          <a:latin typeface="+mn-lt"/>
          <a:ea typeface="+mn-ea"/>
          <a:cs typeface="+mn-cs"/>
        </a:defRPr>
      </a:lvl6pPr>
      <a:lvl7pPr marL="2464811" indent="-189601" algn="l" defTabSz="758403" rtl="0" eaLnBrk="1" latinLnBrk="0" hangingPunct="1">
        <a:lnSpc>
          <a:spcPct val="90000"/>
        </a:lnSpc>
        <a:spcBef>
          <a:spcPts val="415"/>
        </a:spcBef>
        <a:buFont typeface="Arial" panose="020B0604020202020204" pitchFamily="34" charset="0"/>
        <a:buChar char="•"/>
        <a:defRPr sz="1493" kern="1200">
          <a:solidFill>
            <a:schemeClr val="tx1"/>
          </a:solidFill>
          <a:latin typeface="+mn-lt"/>
          <a:ea typeface="+mn-ea"/>
          <a:cs typeface="+mn-cs"/>
        </a:defRPr>
      </a:lvl7pPr>
      <a:lvl8pPr marL="2844013" indent="-189601" algn="l" defTabSz="758403" rtl="0" eaLnBrk="1" latinLnBrk="0" hangingPunct="1">
        <a:lnSpc>
          <a:spcPct val="90000"/>
        </a:lnSpc>
        <a:spcBef>
          <a:spcPts val="415"/>
        </a:spcBef>
        <a:buFont typeface="Arial" panose="020B0604020202020204" pitchFamily="34" charset="0"/>
        <a:buChar char="•"/>
        <a:defRPr sz="1493" kern="1200">
          <a:solidFill>
            <a:schemeClr val="tx1"/>
          </a:solidFill>
          <a:latin typeface="+mn-lt"/>
          <a:ea typeface="+mn-ea"/>
          <a:cs typeface="+mn-cs"/>
        </a:defRPr>
      </a:lvl8pPr>
      <a:lvl9pPr marL="3223214" indent="-189601" algn="l" defTabSz="758403" rtl="0" eaLnBrk="1" latinLnBrk="0" hangingPunct="1">
        <a:lnSpc>
          <a:spcPct val="90000"/>
        </a:lnSpc>
        <a:spcBef>
          <a:spcPts val="415"/>
        </a:spcBef>
        <a:buFont typeface="Arial" panose="020B0604020202020204" pitchFamily="34" charset="0"/>
        <a:buChar char="•"/>
        <a:defRPr sz="149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8403" rtl="0" eaLnBrk="1" latinLnBrk="0" hangingPunct="1">
        <a:defRPr sz="1493" kern="1200">
          <a:solidFill>
            <a:schemeClr val="tx1"/>
          </a:solidFill>
          <a:latin typeface="+mn-lt"/>
          <a:ea typeface="+mn-ea"/>
          <a:cs typeface="+mn-cs"/>
        </a:defRPr>
      </a:lvl1pPr>
      <a:lvl2pPr marL="379202" algn="l" defTabSz="758403" rtl="0" eaLnBrk="1" latinLnBrk="0" hangingPunct="1">
        <a:defRPr sz="1493" kern="1200">
          <a:solidFill>
            <a:schemeClr val="tx1"/>
          </a:solidFill>
          <a:latin typeface="+mn-lt"/>
          <a:ea typeface="+mn-ea"/>
          <a:cs typeface="+mn-cs"/>
        </a:defRPr>
      </a:lvl2pPr>
      <a:lvl3pPr marL="758403" algn="l" defTabSz="758403" rtl="0" eaLnBrk="1" latinLnBrk="0" hangingPunct="1">
        <a:defRPr sz="1493" kern="1200">
          <a:solidFill>
            <a:schemeClr val="tx1"/>
          </a:solidFill>
          <a:latin typeface="+mn-lt"/>
          <a:ea typeface="+mn-ea"/>
          <a:cs typeface="+mn-cs"/>
        </a:defRPr>
      </a:lvl3pPr>
      <a:lvl4pPr marL="1137605" algn="l" defTabSz="758403" rtl="0" eaLnBrk="1" latinLnBrk="0" hangingPunct="1">
        <a:defRPr sz="1493" kern="1200">
          <a:solidFill>
            <a:schemeClr val="tx1"/>
          </a:solidFill>
          <a:latin typeface="+mn-lt"/>
          <a:ea typeface="+mn-ea"/>
          <a:cs typeface="+mn-cs"/>
        </a:defRPr>
      </a:lvl4pPr>
      <a:lvl5pPr marL="1516807" algn="l" defTabSz="758403" rtl="0" eaLnBrk="1" latinLnBrk="0" hangingPunct="1">
        <a:defRPr sz="1493" kern="1200">
          <a:solidFill>
            <a:schemeClr val="tx1"/>
          </a:solidFill>
          <a:latin typeface="+mn-lt"/>
          <a:ea typeface="+mn-ea"/>
          <a:cs typeface="+mn-cs"/>
        </a:defRPr>
      </a:lvl5pPr>
      <a:lvl6pPr marL="1896008" algn="l" defTabSz="758403" rtl="0" eaLnBrk="1" latinLnBrk="0" hangingPunct="1">
        <a:defRPr sz="1493" kern="1200">
          <a:solidFill>
            <a:schemeClr val="tx1"/>
          </a:solidFill>
          <a:latin typeface="+mn-lt"/>
          <a:ea typeface="+mn-ea"/>
          <a:cs typeface="+mn-cs"/>
        </a:defRPr>
      </a:lvl6pPr>
      <a:lvl7pPr marL="2275210" algn="l" defTabSz="758403" rtl="0" eaLnBrk="1" latinLnBrk="0" hangingPunct="1">
        <a:defRPr sz="1493" kern="1200">
          <a:solidFill>
            <a:schemeClr val="tx1"/>
          </a:solidFill>
          <a:latin typeface="+mn-lt"/>
          <a:ea typeface="+mn-ea"/>
          <a:cs typeface="+mn-cs"/>
        </a:defRPr>
      </a:lvl7pPr>
      <a:lvl8pPr marL="2654412" algn="l" defTabSz="758403" rtl="0" eaLnBrk="1" latinLnBrk="0" hangingPunct="1">
        <a:defRPr sz="1493" kern="1200">
          <a:solidFill>
            <a:schemeClr val="tx1"/>
          </a:solidFill>
          <a:latin typeface="+mn-lt"/>
          <a:ea typeface="+mn-ea"/>
          <a:cs typeface="+mn-cs"/>
        </a:defRPr>
      </a:lvl8pPr>
      <a:lvl9pPr marL="3033613" algn="l" defTabSz="758403" rtl="0" eaLnBrk="1" latinLnBrk="0" hangingPunct="1">
        <a:defRPr sz="149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C918E83A-2464-CFFB-B2A2-10B95DC87FB3}"/>
              </a:ext>
            </a:extLst>
          </p:cNvPr>
          <p:cNvGrpSpPr/>
          <p:nvPr/>
        </p:nvGrpSpPr>
        <p:grpSpPr>
          <a:xfrm>
            <a:off x="307034" y="91440"/>
            <a:ext cx="10835099" cy="5346676"/>
            <a:chOff x="741517" y="106"/>
            <a:chExt cx="10770808" cy="531495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47B7E75-770B-32AA-2A29-20E54925B7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08" t="10844" b="11587"/>
            <a:stretch>
              <a:fillRect/>
            </a:stretch>
          </p:blipFill>
          <p:spPr>
            <a:xfrm>
              <a:off x="5295450" y="965379"/>
              <a:ext cx="6216875" cy="3942398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228EEF03-AA6F-541E-0412-7E6203FAB17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1517" y="106"/>
              <a:ext cx="4257675" cy="53149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04475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E2FA0242-3DCD-481E-78BC-96C6664C609D}"/>
              </a:ext>
            </a:extLst>
          </p:cNvPr>
          <p:cNvGrpSpPr/>
          <p:nvPr/>
        </p:nvGrpSpPr>
        <p:grpSpPr>
          <a:xfrm>
            <a:off x="-623147" y="-576950"/>
            <a:ext cx="13540735" cy="7012474"/>
            <a:chOff x="7710337" y="1711465"/>
            <a:chExt cx="3614738" cy="187200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88EAE22-836B-E61B-AF0E-B7C1FFA86F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2125"/>
            <a:stretch>
              <a:fillRect/>
            </a:stretch>
          </p:blipFill>
          <p:spPr>
            <a:xfrm>
              <a:off x="7797252" y="1713699"/>
              <a:ext cx="3487097" cy="831714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0EE34AE-05E8-7C16-523D-194D96316E70}"/>
                </a:ext>
              </a:extLst>
            </p:cNvPr>
            <p:cNvPicPr>
              <a:picLocks/>
            </p:cNvPicPr>
            <p:nvPr/>
          </p:nvPicPr>
          <p:blipFill>
            <a:blip r:embed="rId3">
              <a:alphaModFix amt="35000"/>
            </a:blip>
            <a:stretch>
              <a:fillRect/>
            </a:stretch>
          </p:blipFill>
          <p:spPr>
            <a:xfrm>
              <a:off x="7725075" y="1711465"/>
              <a:ext cx="3600000" cy="1872000"/>
            </a:xfrm>
            <a:prstGeom prst="rect">
              <a:avLst/>
            </a:prstGeom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55CB857-80E7-6EC2-8592-E8432F747D88}"/>
                </a:ext>
              </a:extLst>
            </p:cNvPr>
            <p:cNvGrpSpPr/>
            <p:nvPr/>
          </p:nvGrpSpPr>
          <p:grpSpPr>
            <a:xfrm>
              <a:off x="7710337" y="1930597"/>
              <a:ext cx="3614738" cy="1333598"/>
              <a:chOff x="804862" y="3020948"/>
              <a:chExt cx="6734175" cy="2484464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9AD9EB00-EBB6-C60A-A349-4781CD8C1F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5256" b="32713"/>
              <a:stretch>
                <a:fillRect/>
              </a:stretch>
            </p:blipFill>
            <p:spPr>
              <a:xfrm>
                <a:off x="804862" y="4428452"/>
                <a:ext cx="6734175" cy="1076960"/>
              </a:xfrm>
              <a:prstGeom prst="rect">
                <a:avLst/>
              </a:prstGeom>
            </p:spPr>
          </p:pic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7CFC2BD4-D93B-ED7C-89F6-0D4EAB984AA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42654" y="3020948"/>
                <a:ext cx="6248156" cy="2387162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6371891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ADB0A3F-5A13-85CD-BC51-FD524B7B46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78" t="9614" r="28650"/>
          <a:stretch>
            <a:fillRect/>
          </a:stretch>
        </p:blipFill>
        <p:spPr>
          <a:xfrm>
            <a:off x="200660" y="205346"/>
            <a:ext cx="11790680" cy="5277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187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19F9D0E-9E8E-EF41-CEF1-568B6EF6DE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09"/>
          <a:stretch>
            <a:fillRect/>
          </a:stretch>
        </p:blipFill>
        <p:spPr>
          <a:xfrm>
            <a:off x="2053725" y="104171"/>
            <a:ext cx="8084551" cy="5479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0077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A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FDF55D9-5C3F-736C-F4BC-0CA44EB11813}"/>
              </a:ext>
            </a:extLst>
          </p:cNvPr>
          <p:cNvGrpSpPr/>
          <p:nvPr/>
        </p:nvGrpSpPr>
        <p:grpSpPr>
          <a:xfrm>
            <a:off x="31848" y="1170991"/>
            <a:ext cx="12128303" cy="3065729"/>
            <a:chOff x="713580" y="1201471"/>
            <a:chExt cx="11299826" cy="2856311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13980E9-6257-7F24-367B-C19A45C604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50000"/>
            <a:stretch>
              <a:fillRect/>
            </a:stretch>
          </p:blipFill>
          <p:spPr>
            <a:xfrm>
              <a:off x="6325393" y="1201471"/>
              <a:ext cx="5688013" cy="2844007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C1B8E48-4738-48D1-9650-89761E58BF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-13" b="50013"/>
            <a:stretch>
              <a:fillRect/>
            </a:stretch>
          </p:blipFill>
          <p:spPr>
            <a:xfrm>
              <a:off x="713580" y="1237031"/>
              <a:ext cx="5641500" cy="28207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832771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up 39">
            <a:extLst>
              <a:ext uri="{FF2B5EF4-FFF2-40B4-BE49-F238E27FC236}">
                <a16:creationId xmlns:a16="http://schemas.microsoft.com/office/drawing/2014/main" id="{203946AC-8AA1-110A-4617-A81CBEF8CF23}"/>
              </a:ext>
            </a:extLst>
          </p:cNvPr>
          <p:cNvGrpSpPr/>
          <p:nvPr/>
        </p:nvGrpSpPr>
        <p:grpSpPr>
          <a:xfrm>
            <a:off x="6284741" y="381601"/>
            <a:ext cx="5040000" cy="5040000"/>
            <a:chOff x="5816584" y="299984"/>
            <a:chExt cx="5070157" cy="5067985"/>
          </a:xfrm>
        </p:grpSpPr>
        <p:sp>
          <p:nvSpPr>
            <p:cNvPr id="6" name="Donut 59">
              <a:extLst>
                <a:ext uri="{FF2B5EF4-FFF2-40B4-BE49-F238E27FC236}">
                  <a16:creationId xmlns:a16="http://schemas.microsoft.com/office/drawing/2014/main" id="{42B37C43-4DFE-28B5-14CA-F8946B93AD0C}"/>
                </a:ext>
              </a:extLst>
            </p:cNvPr>
            <p:cNvSpPr/>
            <p:nvPr/>
          </p:nvSpPr>
          <p:spPr>
            <a:xfrm>
              <a:off x="5816584" y="299984"/>
              <a:ext cx="5070157" cy="5067985"/>
            </a:xfrm>
            <a:prstGeom prst="donut">
              <a:avLst>
                <a:gd name="adj" fmla="val 2163"/>
              </a:avLst>
            </a:prstGeom>
            <a:gradFill>
              <a:gsLst>
                <a:gs pos="52000">
                  <a:schemeClr val="bg1">
                    <a:lumMod val="95000"/>
                  </a:schemeClr>
                </a:gs>
                <a:gs pos="1000">
                  <a:schemeClr val="accent2">
                    <a:lumMod val="42000"/>
                    <a:lumOff val="58000"/>
                    <a:alpha val="40000"/>
                  </a:schemeClr>
                </a:gs>
                <a:gs pos="100000">
                  <a:schemeClr val="accent1">
                    <a:lumMod val="55000"/>
                    <a:lumOff val="45000"/>
                    <a:alpha val="4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>
                <a:solidFill>
                  <a:schemeClr val="bg1"/>
                </a:solidFill>
              </a:endParaRPr>
            </a:p>
          </p:txBody>
        </p:sp>
        <p:sp>
          <p:nvSpPr>
            <p:cNvPr id="8" name="Freeform 338">
              <a:extLst>
                <a:ext uri="{FF2B5EF4-FFF2-40B4-BE49-F238E27FC236}">
                  <a16:creationId xmlns:a16="http://schemas.microsoft.com/office/drawing/2014/main" id="{3315AA94-DAFD-4B0B-3953-1624F4A9EE5D}"/>
                </a:ext>
              </a:extLst>
            </p:cNvPr>
            <p:cNvSpPr/>
            <p:nvPr/>
          </p:nvSpPr>
          <p:spPr>
            <a:xfrm>
              <a:off x="6424944" y="908083"/>
              <a:ext cx="3853437" cy="3851787"/>
            </a:xfrm>
            <a:custGeom>
              <a:avLst/>
              <a:gdLst>
                <a:gd name="connsiteX0" fmla="*/ 882780 w 9073706"/>
                <a:gd name="connsiteY0" fmla="*/ 6399941 h 9069819"/>
                <a:gd name="connsiteX1" fmla="*/ 1500613 w 9073706"/>
                <a:gd name="connsiteY1" fmla="*/ 6540120 h 9069819"/>
                <a:gd name="connsiteX2" fmla="*/ 1518259 w 9073706"/>
                <a:gd name="connsiteY2" fmla="*/ 6569150 h 9069819"/>
                <a:gd name="connsiteX3" fmla="*/ 4536853 w 9073706"/>
                <a:gd name="connsiteY3" fmla="*/ 8173267 h 9069819"/>
                <a:gd name="connsiteX4" fmla="*/ 4600919 w 9073706"/>
                <a:gd name="connsiteY4" fmla="*/ 8171042 h 9069819"/>
                <a:gd name="connsiteX5" fmla="*/ 4157214 w 9073706"/>
                <a:gd name="connsiteY5" fmla="*/ 8632941 h 9069819"/>
                <a:gd name="connsiteX6" fmla="*/ 4575590 w 9073706"/>
                <a:gd name="connsiteY6" fmla="*/ 9068474 h 9069819"/>
                <a:gd name="connsiteX7" fmla="*/ 4536853 w 9073706"/>
                <a:gd name="connsiteY7" fmla="*/ 9069819 h 9069819"/>
                <a:gd name="connsiteX8" fmla="*/ 774824 w 9073706"/>
                <a:gd name="connsiteY8" fmla="*/ 7070421 h 9069819"/>
                <a:gd name="connsiteX9" fmla="*/ 723588 w 9073706"/>
                <a:gd name="connsiteY9" fmla="*/ 6990534 h 9069819"/>
                <a:gd name="connsiteX10" fmla="*/ 7757064 w 9073706"/>
                <a:gd name="connsiteY10" fmla="*/ 6231555 h 9069819"/>
                <a:gd name="connsiteX11" fmla="*/ 7995959 w 9073706"/>
                <a:gd name="connsiteY11" fmla="*/ 6812318 h 9069819"/>
                <a:gd name="connsiteX12" fmla="*/ 8575152 w 9073706"/>
                <a:gd name="connsiteY12" fmla="*/ 6600848 h 9069819"/>
                <a:gd name="connsiteX13" fmla="*/ 8526132 w 9073706"/>
                <a:gd name="connsiteY13" fmla="*/ 6696517 h 9069819"/>
                <a:gd name="connsiteX14" fmla="*/ 4857094 w 9073706"/>
                <a:gd name="connsiteY14" fmla="*/ 9058696 h 9069819"/>
                <a:gd name="connsiteX15" fmla="*/ 4792323 w 9073706"/>
                <a:gd name="connsiteY15" fmla="*/ 9060946 h 9069819"/>
                <a:gd name="connsiteX16" fmla="*/ 4381178 w 9073706"/>
                <a:gd name="connsiteY16" fmla="*/ 8632941 h 9069819"/>
                <a:gd name="connsiteX17" fmla="*/ 4835508 w 9073706"/>
                <a:gd name="connsiteY17" fmla="*/ 8159982 h 9069819"/>
                <a:gd name="connsiteX18" fmla="*/ 5045954 w 9073706"/>
                <a:gd name="connsiteY18" fmla="*/ 8137969 h 9069819"/>
                <a:gd name="connsiteX19" fmla="*/ 7737789 w 9073706"/>
                <a:gd name="connsiteY19" fmla="*/ 6269167 h 9069819"/>
                <a:gd name="connsiteX20" fmla="*/ 8851887 w 9073706"/>
                <a:gd name="connsiteY20" fmla="*/ 3136011 h 9069819"/>
                <a:gd name="connsiteX21" fmla="*/ 8916561 w 9073706"/>
                <a:gd name="connsiteY21" fmla="*/ 3347360 h 9069819"/>
                <a:gd name="connsiteX22" fmla="*/ 9073706 w 9073706"/>
                <a:gd name="connsiteY22" fmla="*/ 4534909 h 9069819"/>
                <a:gd name="connsiteX23" fmla="*/ 8717178 w 9073706"/>
                <a:gd name="connsiteY23" fmla="*/ 6300101 h 9069819"/>
                <a:gd name="connsiteX24" fmla="*/ 8675492 w 9073706"/>
                <a:gd name="connsiteY24" fmla="*/ 6392268 h 9069819"/>
                <a:gd name="connsiteX25" fmla="*/ 8086307 w 9073706"/>
                <a:gd name="connsiteY25" fmla="*/ 6607386 h 9069819"/>
                <a:gd name="connsiteX26" fmla="*/ 7851945 w 9073706"/>
                <a:gd name="connsiteY26" fmla="*/ 6037644 h 9069819"/>
                <a:gd name="connsiteX27" fmla="*/ 7891081 w 9073706"/>
                <a:gd name="connsiteY27" fmla="*/ 5951123 h 9069819"/>
                <a:gd name="connsiteX28" fmla="*/ 8177154 w 9073706"/>
                <a:gd name="connsiteY28" fmla="*/ 4534909 h 9069819"/>
                <a:gd name="connsiteX29" fmla="*/ 7999943 w 9073706"/>
                <a:gd name="connsiteY29" fmla="*/ 3410363 h 9069819"/>
                <a:gd name="connsiteX30" fmla="*/ 7994397 w 9073706"/>
                <a:gd name="connsiteY30" fmla="*/ 3394927 h 9069819"/>
                <a:gd name="connsiteX31" fmla="*/ 8547986 w 9073706"/>
                <a:gd name="connsiteY31" fmla="*/ 3677179 h 9069819"/>
                <a:gd name="connsiteX32" fmla="*/ 861946 w 9073706"/>
                <a:gd name="connsiteY32" fmla="*/ 2733613 h 9069819"/>
                <a:gd name="connsiteX33" fmla="*/ 1138862 w 9073706"/>
                <a:gd name="connsiteY33" fmla="*/ 3229187 h 9069819"/>
                <a:gd name="connsiteX34" fmla="*/ 1073764 w 9073706"/>
                <a:gd name="connsiteY34" fmla="*/ 3410363 h 9069819"/>
                <a:gd name="connsiteX35" fmla="*/ 896553 w 9073706"/>
                <a:gd name="connsiteY35" fmla="*/ 4534909 h 9069819"/>
                <a:gd name="connsiteX36" fmla="*/ 1335917 w 9073706"/>
                <a:gd name="connsiteY36" fmla="*/ 6269167 h 9069819"/>
                <a:gd name="connsiteX37" fmla="*/ 1383838 w 9073706"/>
                <a:gd name="connsiteY37" fmla="*/ 6348005 h 9069819"/>
                <a:gd name="connsiteX38" fmla="*/ 767210 w 9073706"/>
                <a:gd name="connsiteY38" fmla="*/ 6208099 h 9069819"/>
                <a:gd name="connsiteX39" fmla="*/ 607485 w 9073706"/>
                <a:gd name="connsiteY39" fmla="*/ 6800667 h 9069819"/>
                <a:gd name="connsiteX40" fmla="*/ 547574 w 9073706"/>
                <a:gd name="connsiteY40" fmla="*/ 6696517 h 9069819"/>
                <a:gd name="connsiteX41" fmla="*/ 0 w 9073706"/>
                <a:gd name="connsiteY41" fmla="*/ 4534909 h 9069819"/>
                <a:gd name="connsiteX42" fmla="*/ 220856 w 9073706"/>
                <a:gd name="connsiteY42" fmla="*/ 3133256 h 9069819"/>
                <a:gd name="connsiteX43" fmla="*/ 253581 w 9073706"/>
                <a:gd name="connsiteY43" fmla="*/ 3042168 h 9069819"/>
                <a:gd name="connsiteX44" fmla="*/ 2146306 w 9073706"/>
                <a:gd name="connsiteY44" fmla="*/ 680900 h 9069819"/>
                <a:gd name="connsiteX45" fmla="*/ 2738286 w 9073706"/>
                <a:gd name="connsiteY45" fmla="*/ 849393 h 9069819"/>
                <a:gd name="connsiteX46" fmla="*/ 2589660 w 9073706"/>
                <a:gd name="connsiteY46" fmla="*/ 1464413 h 9069819"/>
                <a:gd name="connsiteX47" fmla="*/ 2501526 w 9073706"/>
                <a:gd name="connsiteY47" fmla="*/ 1517926 h 9069819"/>
                <a:gd name="connsiteX48" fmla="*/ 1236589 w 9073706"/>
                <a:gd name="connsiteY48" fmla="*/ 2997429 h 9069819"/>
                <a:gd name="connsiteX49" fmla="*/ 1218225 w 9073706"/>
                <a:gd name="connsiteY49" fmla="*/ 3040100 h 9069819"/>
                <a:gd name="connsiteX50" fmla="*/ 927260 w 9073706"/>
                <a:gd name="connsiteY50" fmla="*/ 2519385 h 9069819"/>
                <a:gd name="connsiteX51" fmla="*/ 337812 w 9073706"/>
                <a:gd name="connsiteY51" fmla="*/ 2818345 h 9069819"/>
                <a:gd name="connsiteX52" fmla="*/ 423783 w 9073706"/>
                <a:gd name="connsiteY52" fmla="*/ 2618569 h 9069819"/>
                <a:gd name="connsiteX53" fmla="*/ 2000256 w 9073706"/>
                <a:gd name="connsiteY53" fmla="*/ 774492 h 9069819"/>
                <a:gd name="connsiteX54" fmla="*/ 6753681 w 9073706"/>
                <a:gd name="connsiteY54" fmla="*/ 578544 h 9069819"/>
                <a:gd name="connsiteX55" fmla="*/ 6889376 w 9073706"/>
                <a:gd name="connsiteY55" fmla="*/ 656534 h 9069819"/>
                <a:gd name="connsiteX56" fmla="*/ 8727864 w 9073706"/>
                <a:gd name="connsiteY56" fmla="*/ 2795189 h 9069819"/>
                <a:gd name="connsiteX57" fmla="*/ 8780279 w 9073706"/>
                <a:gd name="connsiteY57" fmla="*/ 2933663 h 9069819"/>
                <a:gd name="connsiteX58" fmla="*/ 8483127 w 9073706"/>
                <a:gd name="connsiteY58" fmla="*/ 3462812 h 9069819"/>
                <a:gd name="connsiteX59" fmla="*/ 7912109 w 9073706"/>
                <a:gd name="connsiteY59" fmla="*/ 3171674 h 9069819"/>
                <a:gd name="connsiteX60" fmla="*/ 7837117 w 9073706"/>
                <a:gd name="connsiteY60" fmla="*/ 2997429 h 9069819"/>
                <a:gd name="connsiteX61" fmla="*/ 6572180 w 9073706"/>
                <a:gd name="connsiteY61" fmla="*/ 1517926 h 9069819"/>
                <a:gd name="connsiteX62" fmla="*/ 6280504 w 9073706"/>
                <a:gd name="connsiteY62" fmla="*/ 1340824 h 9069819"/>
                <a:gd name="connsiteX63" fmla="*/ 6886813 w 9073706"/>
                <a:gd name="connsiteY63" fmla="*/ 1181063 h 9069819"/>
                <a:gd name="connsiteX64" fmla="*/ 4536853 w 9073706"/>
                <a:gd name="connsiteY64" fmla="*/ 0 h 9069819"/>
                <a:gd name="connsiteX65" fmla="*/ 6503767 w 9073706"/>
                <a:gd name="connsiteY65" fmla="*/ 447191 h 9069819"/>
                <a:gd name="connsiteX66" fmla="*/ 6566323 w 9073706"/>
                <a:gd name="connsiteY66" fmla="*/ 479217 h 9069819"/>
                <a:gd name="connsiteX67" fmla="*/ 6695626 w 9073706"/>
                <a:gd name="connsiteY67" fmla="*/ 1064412 h 9069819"/>
                <a:gd name="connsiteX68" fmla="*/ 6062026 w 9073706"/>
                <a:gd name="connsiteY68" fmla="*/ 1231364 h 9069819"/>
                <a:gd name="connsiteX69" fmla="*/ 5953823 w 9073706"/>
                <a:gd name="connsiteY69" fmla="*/ 1182472 h 9069819"/>
                <a:gd name="connsiteX70" fmla="*/ 4536853 w 9073706"/>
                <a:gd name="connsiteY70" fmla="*/ 896552 h 9069819"/>
                <a:gd name="connsiteX71" fmla="*/ 2801670 w 9073706"/>
                <a:gd name="connsiteY71" fmla="*/ 1335683 h 9069819"/>
                <a:gd name="connsiteX72" fmla="*/ 2784400 w 9073706"/>
                <a:gd name="connsiteY72" fmla="*/ 1346168 h 9069819"/>
                <a:gd name="connsiteX73" fmla="*/ 2931728 w 9073706"/>
                <a:gd name="connsiteY73" fmla="*/ 736521 h 9069819"/>
                <a:gd name="connsiteX74" fmla="*/ 2338795 w 9073706"/>
                <a:gd name="connsiteY74" fmla="*/ 567757 h 9069819"/>
                <a:gd name="connsiteX75" fmla="*/ 2374320 w 9073706"/>
                <a:gd name="connsiteY75" fmla="*/ 547340 h 9069819"/>
                <a:gd name="connsiteX76" fmla="*/ 4536853 w 9073706"/>
                <a:gd name="connsiteY76" fmla="*/ 0 h 9069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9073706" h="9069819">
                  <a:moveTo>
                    <a:pt x="882780" y="6399941"/>
                  </a:moveTo>
                  <a:lnTo>
                    <a:pt x="1500613" y="6540120"/>
                  </a:lnTo>
                  <a:lnTo>
                    <a:pt x="1518259" y="6569150"/>
                  </a:lnTo>
                  <a:cubicBezTo>
                    <a:pt x="2172447" y="7536959"/>
                    <a:pt x="3280301" y="8173267"/>
                    <a:pt x="4536853" y="8173267"/>
                  </a:cubicBezTo>
                  <a:lnTo>
                    <a:pt x="4600919" y="8171042"/>
                  </a:lnTo>
                  <a:lnTo>
                    <a:pt x="4157214" y="8632941"/>
                  </a:lnTo>
                  <a:lnTo>
                    <a:pt x="4575590" y="9068474"/>
                  </a:lnTo>
                  <a:lnTo>
                    <a:pt x="4536853" y="9069819"/>
                  </a:lnTo>
                  <a:cubicBezTo>
                    <a:pt x="2970832" y="9069819"/>
                    <a:pt x="1590129" y="8276714"/>
                    <a:pt x="774824" y="7070421"/>
                  </a:cubicBezTo>
                  <a:lnTo>
                    <a:pt x="723588" y="6990534"/>
                  </a:lnTo>
                  <a:close/>
                  <a:moveTo>
                    <a:pt x="7757064" y="6231555"/>
                  </a:moveTo>
                  <a:lnTo>
                    <a:pt x="7995959" y="6812318"/>
                  </a:lnTo>
                  <a:lnTo>
                    <a:pt x="8575152" y="6600848"/>
                  </a:lnTo>
                  <a:lnTo>
                    <a:pt x="8526132" y="6696517"/>
                  </a:lnTo>
                  <a:cubicBezTo>
                    <a:pt x="7805882" y="8021809"/>
                    <a:pt x="6443923" y="8948088"/>
                    <a:pt x="4857094" y="9058696"/>
                  </a:cubicBezTo>
                  <a:lnTo>
                    <a:pt x="4792323" y="9060946"/>
                  </a:lnTo>
                  <a:lnTo>
                    <a:pt x="4381178" y="8632941"/>
                  </a:lnTo>
                  <a:lnTo>
                    <a:pt x="4835508" y="8159982"/>
                  </a:lnTo>
                  <a:lnTo>
                    <a:pt x="5045954" y="8137969"/>
                  </a:lnTo>
                  <a:cubicBezTo>
                    <a:pt x="6210477" y="7975093"/>
                    <a:pt x="7198399" y="7261564"/>
                    <a:pt x="7737789" y="6269167"/>
                  </a:cubicBezTo>
                  <a:close/>
                  <a:moveTo>
                    <a:pt x="8851887" y="3136011"/>
                  </a:moveTo>
                  <a:lnTo>
                    <a:pt x="8916561" y="3347360"/>
                  </a:lnTo>
                  <a:cubicBezTo>
                    <a:pt x="9019033" y="3725864"/>
                    <a:pt x="9073706" y="4124005"/>
                    <a:pt x="9073706" y="4534909"/>
                  </a:cubicBezTo>
                  <a:cubicBezTo>
                    <a:pt x="9073706" y="5161050"/>
                    <a:pt x="8946755" y="5757552"/>
                    <a:pt x="8717178" y="6300101"/>
                  </a:cubicBezTo>
                  <a:lnTo>
                    <a:pt x="8675492" y="6392268"/>
                  </a:lnTo>
                  <a:lnTo>
                    <a:pt x="8086307" y="6607386"/>
                  </a:lnTo>
                  <a:lnTo>
                    <a:pt x="7851945" y="6037644"/>
                  </a:lnTo>
                  <a:lnTo>
                    <a:pt x="7891081" y="5951123"/>
                  </a:lnTo>
                  <a:cubicBezTo>
                    <a:pt x="8075290" y="5515835"/>
                    <a:pt x="8177154" y="5037262"/>
                    <a:pt x="8177154" y="4534909"/>
                  </a:cubicBezTo>
                  <a:cubicBezTo>
                    <a:pt x="8177154" y="4142447"/>
                    <a:pt x="8114981" y="3764497"/>
                    <a:pt x="7999943" y="3410363"/>
                  </a:cubicBezTo>
                  <a:lnTo>
                    <a:pt x="7994397" y="3394927"/>
                  </a:lnTo>
                  <a:lnTo>
                    <a:pt x="8547986" y="3677179"/>
                  </a:lnTo>
                  <a:close/>
                  <a:moveTo>
                    <a:pt x="861946" y="2733613"/>
                  </a:moveTo>
                  <a:lnTo>
                    <a:pt x="1138862" y="3229187"/>
                  </a:lnTo>
                  <a:lnTo>
                    <a:pt x="1073764" y="3410363"/>
                  </a:lnTo>
                  <a:cubicBezTo>
                    <a:pt x="958725" y="3764497"/>
                    <a:pt x="896553" y="4142447"/>
                    <a:pt x="896553" y="4534909"/>
                  </a:cubicBezTo>
                  <a:cubicBezTo>
                    <a:pt x="896553" y="5162850"/>
                    <a:pt x="1055715" y="5753636"/>
                    <a:pt x="1335917" y="6269167"/>
                  </a:cubicBezTo>
                  <a:lnTo>
                    <a:pt x="1383838" y="6348005"/>
                  </a:lnTo>
                  <a:lnTo>
                    <a:pt x="767210" y="6208099"/>
                  </a:lnTo>
                  <a:lnTo>
                    <a:pt x="607485" y="6800667"/>
                  </a:lnTo>
                  <a:lnTo>
                    <a:pt x="547574" y="6696517"/>
                  </a:lnTo>
                  <a:cubicBezTo>
                    <a:pt x="198362" y="6053951"/>
                    <a:pt x="0" y="5317585"/>
                    <a:pt x="0" y="4534909"/>
                  </a:cubicBezTo>
                  <a:cubicBezTo>
                    <a:pt x="0" y="4045737"/>
                    <a:pt x="77485" y="3574655"/>
                    <a:pt x="220856" y="3133256"/>
                  </a:cubicBezTo>
                  <a:lnTo>
                    <a:pt x="253581" y="3042168"/>
                  </a:lnTo>
                  <a:close/>
                  <a:moveTo>
                    <a:pt x="2146306" y="680900"/>
                  </a:moveTo>
                  <a:lnTo>
                    <a:pt x="2738286" y="849393"/>
                  </a:lnTo>
                  <a:lnTo>
                    <a:pt x="2589660" y="1464413"/>
                  </a:lnTo>
                  <a:lnTo>
                    <a:pt x="2501526" y="1517926"/>
                  </a:lnTo>
                  <a:cubicBezTo>
                    <a:pt x="1956843" y="1885711"/>
                    <a:pt x="1517105" y="2396962"/>
                    <a:pt x="1236589" y="2997429"/>
                  </a:cubicBezTo>
                  <a:lnTo>
                    <a:pt x="1218225" y="3040100"/>
                  </a:lnTo>
                  <a:lnTo>
                    <a:pt x="927260" y="2519385"/>
                  </a:lnTo>
                  <a:lnTo>
                    <a:pt x="337812" y="2818345"/>
                  </a:lnTo>
                  <a:lnTo>
                    <a:pt x="423783" y="2618569"/>
                  </a:lnTo>
                  <a:cubicBezTo>
                    <a:pt x="773385" y="1870135"/>
                    <a:pt x="1321425" y="1232904"/>
                    <a:pt x="2000256" y="774492"/>
                  </a:cubicBezTo>
                  <a:close/>
                  <a:moveTo>
                    <a:pt x="6753681" y="578544"/>
                  </a:moveTo>
                  <a:lnTo>
                    <a:pt x="6889376" y="656534"/>
                  </a:lnTo>
                  <a:cubicBezTo>
                    <a:pt x="7707849" y="1153637"/>
                    <a:pt x="8356485" y="1902314"/>
                    <a:pt x="8727864" y="2795189"/>
                  </a:cubicBezTo>
                  <a:lnTo>
                    <a:pt x="8780279" y="2933663"/>
                  </a:lnTo>
                  <a:lnTo>
                    <a:pt x="8483127" y="3462812"/>
                  </a:lnTo>
                  <a:lnTo>
                    <a:pt x="7912109" y="3171674"/>
                  </a:lnTo>
                  <a:lnTo>
                    <a:pt x="7837117" y="2997429"/>
                  </a:lnTo>
                  <a:cubicBezTo>
                    <a:pt x="7556602" y="2396962"/>
                    <a:pt x="7116863" y="1885711"/>
                    <a:pt x="6572180" y="1517926"/>
                  </a:cubicBezTo>
                  <a:lnTo>
                    <a:pt x="6280504" y="1340824"/>
                  </a:lnTo>
                  <a:lnTo>
                    <a:pt x="6886813" y="1181063"/>
                  </a:lnTo>
                  <a:close/>
                  <a:moveTo>
                    <a:pt x="4536853" y="0"/>
                  </a:moveTo>
                  <a:cubicBezTo>
                    <a:pt x="5241563" y="0"/>
                    <a:pt x="5908746" y="160604"/>
                    <a:pt x="6503767" y="447191"/>
                  </a:cubicBezTo>
                  <a:lnTo>
                    <a:pt x="6566323" y="479217"/>
                  </a:lnTo>
                  <a:lnTo>
                    <a:pt x="6695626" y="1064412"/>
                  </a:lnTo>
                  <a:lnTo>
                    <a:pt x="6062026" y="1231364"/>
                  </a:lnTo>
                  <a:lnTo>
                    <a:pt x="5953823" y="1182472"/>
                  </a:lnTo>
                  <a:cubicBezTo>
                    <a:pt x="5518303" y="998362"/>
                    <a:pt x="5039474" y="896552"/>
                    <a:pt x="4536853" y="896552"/>
                  </a:cubicBezTo>
                  <a:cubicBezTo>
                    <a:pt x="3908577" y="896552"/>
                    <a:pt x="3317476" y="1055629"/>
                    <a:pt x="2801670" y="1335683"/>
                  </a:cubicBezTo>
                  <a:lnTo>
                    <a:pt x="2784400" y="1346168"/>
                  </a:lnTo>
                  <a:lnTo>
                    <a:pt x="2931728" y="736521"/>
                  </a:lnTo>
                  <a:lnTo>
                    <a:pt x="2338795" y="567757"/>
                  </a:lnTo>
                  <a:lnTo>
                    <a:pt x="2374320" y="547340"/>
                  </a:lnTo>
                  <a:cubicBezTo>
                    <a:pt x="3017161" y="198276"/>
                    <a:pt x="3753842" y="0"/>
                    <a:pt x="4536853" y="0"/>
                  </a:cubicBezTo>
                  <a:close/>
                </a:path>
              </a:pathLst>
            </a:custGeom>
            <a:gradFill flip="none" rotWithShape="1">
              <a:gsLst>
                <a:gs pos="52000">
                  <a:schemeClr val="bg1">
                    <a:lumMod val="95000"/>
                  </a:schemeClr>
                </a:gs>
                <a:gs pos="1000">
                  <a:schemeClr val="accent2">
                    <a:lumMod val="42000"/>
                    <a:lumOff val="58000"/>
                    <a:alpha val="40000"/>
                  </a:schemeClr>
                </a:gs>
                <a:gs pos="100000">
                  <a:schemeClr val="accent1">
                    <a:lumMod val="55000"/>
                    <a:lumOff val="45000"/>
                    <a:alpha val="4000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100">
                <a:solidFill>
                  <a:schemeClr val="bg1"/>
                </a:solidFill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30F2C5A-5264-C3C1-FB03-7EC1E24C9242}"/>
                </a:ext>
              </a:extLst>
            </p:cNvPr>
            <p:cNvSpPr txBox="1"/>
            <p:nvPr/>
          </p:nvSpPr>
          <p:spPr>
            <a:xfrm>
              <a:off x="7755559" y="1580759"/>
              <a:ext cx="1276922" cy="4332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Patient-derived samples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6D84F7B-AE0F-B42A-1A0A-D7162D8A785E}"/>
                </a:ext>
              </a:extLst>
            </p:cNvPr>
            <p:cNvSpPr txBox="1"/>
            <p:nvPr/>
          </p:nvSpPr>
          <p:spPr>
            <a:xfrm>
              <a:off x="6881147" y="1905622"/>
              <a:ext cx="1059908" cy="4332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Patient-specific data</a:t>
              </a: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ADCB07C-8260-EFB9-F01F-C66B33DD643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460362" y="1658822"/>
              <a:ext cx="729699" cy="520101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0007E22-A3BF-41A6-B5E9-03E09A390ABA}"/>
                </a:ext>
              </a:extLst>
            </p:cNvPr>
            <p:cNvSpPr txBox="1"/>
            <p:nvPr/>
          </p:nvSpPr>
          <p:spPr>
            <a:xfrm>
              <a:off x="8813802" y="2660955"/>
              <a:ext cx="909196" cy="4332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Model cohort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B3ECF5B-5AC7-189B-01D5-F59525C84577}"/>
                </a:ext>
              </a:extLst>
            </p:cNvPr>
            <p:cNvSpPr txBox="1"/>
            <p:nvPr/>
          </p:nvSpPr>
          <p:spPr>
            <a:xfrm>
              <a:off x="8813801" y="1930390"/>
              <a:ext cx="855456" cy="4332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Patient-on-a-chip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F3CEBEF-2570-9128-79CE-1106AC2C7E6B}"/>
                </a:ext>
              </a:extLst>
            </p:cNvPr>
            <p:cNvSpPr txBox="1"/>
            <p:nvPr/>
          </p:nvSpPr>
          <p:spPr>
            <a:xfrm>
              <a:off x="6955060" y="2660954"/>
              <a:ext cx="708476" cy="4332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Patient cohort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327DBC4-A096-7E7B-6D99-9DE67DE077C8}"/>
                </a:ext>
              </a:extLst>
            </p:cNvPr>
            <p:cNvSpPr txBox="1"/>
            <p:nvPr/>
          </p:nvSpPr>
          <p:spPr>
            <a:xfrm>
              <a:off x="8372240" y="3492566"/>
              <a:ext cx="916620" cy="4332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Preclinical validation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D236A21-AB62-1BD1-244F-A71AB263A438}"/>
                </a:ext>
              </a:extLst>
            </p:cNvPr>
            <p:cNvSpPr txBox="1"/>
            <p:nvPr/>
          </p:nvSpPr>
          <p:spPr>
            <a:xfrm>
              <a:off x="7286589" y="3490317"/>
              <a:ext cx="910873" cy="4332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Clinical translation</a:t>
              </a:r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A65EA9F1-0E48-03B2-23F0-E7304C86D22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25" t="1519" r="43386" b="55601"/>
            <a:stretch/>
          </p:blipFill>
          <p:spPr>
            <a:xfrm>
              <a:off x="9512844" y="2208870"/>
              <a:ext cx="1351766" cy="1414287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1E484363-904D-4C2F-A6BB-4A7E94EE9D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0037" t="3320" r="9813" b="61572"/>
            <a:stretch/>
          </p:blipFill>
          <p:spPr>
            <a:xfrm>
              <a:off x="7744605" y="463997"/>
              <a:ext cx="1287876" cy="1086338"/>
            </a:xfrm>
            <a:prstGeom prst="rect">
              <a:avLst/>
            </a:prstGeom>
          </p:spPr>
        </p:pic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BCBB9E46-464F-B9B7-A77C-4625C82E8B4B}"/>
                </a:ext>
              </a:extLst>
            </p:cNvPr>
            <p:cNvGrpSpPr/>
            <p:nvPr/>
          </p:nvGrpSpPr>
          <p:grpSpPr>
            <a:xfrm>
              <a:off x="9189923" y="1114143"/>
              <a:ext cx="1108023" cy="845731"/>
              <a:chOff x="12143794" y="2163068"/>
              <a:chExt cx="2609068" cy="1991446"/>
            </a:xfrm>
          </p:grpSpPr>
          <p:sp>
            <p:nvSpPr>
              <p:cNvPr id="31" name="Freeform 23">
                <a:extLst>
                  <a:ext uri="{FF2B5EF4-FFF2-40B4-BE49-F238E27FC236}">
                    <a16:creationId xmlns:a16="http://schemas.microsoft.com/office/drawing/2014/main" id="{BF8B8EF4-5E28-FAE4-570C-D76067AEB696}"/>
                  </a:ext>
                </a:extLst>
              </p:cNvPr>
              <p:cNvSpPr/>
              <p:nvPr/>
            </p:nvSpPr>
            <p:spPr>
              <a:xfrm>
                <a:off x="12523009" y="2865120"/>
                <a:ext cx="1991649" cy="1289394"/>
              </a:xfrm>
              <a:custGeom>
                <a:avLst/>
                <a:gdLst>
                  <a:gd name="connsiteX0" fmla="*/ 1135380 w 1844040"/>
                  <a:gd name="connsiteY0" fmla="*/ 850900 h 873760"/>
                  <a:gd name="connsiteX1" fmla="*/ 1844040 w 1844040"/>
                  <a:gd name="connsiteY1" fmla="*/ 177800 h 873760"/>
                  <a:gd name="connsiteX2" fmla="*/ 1160780 w 1844040"/>
                  <a:gd name="connsiteY2" fmla="*/ 0 h 873760"/>
                  <a:gd name="connsiteX3" fmla="*/ 538480 w 1844040"/>
                  <a:gd name="connsiteY3" fmla="*/ 177800 h 873760"/>
                  <a:gd name="connsiteX4" fmla="*/ 0 w 1844040"/>
                  <a:gd name="connsiteY4" fmla="*/ 739140 h 873760"/>
                  <a:gd name="connsiteX5" fmla="*/ 1054100 w 1844040"/>
                  <a:gd name="connsiteY5" fmla="*/ 873760 h 873760"/>
                  <a:gd name="connsiteX6" fmla="*/ 1135380 w 1844040"/>
                  <a:gd name="connsiteY6" fmla="*/ 850900 h 873760"/>
                  <a:gd name="connsiteX0" fmla="*/ 1135380 w 1844040"/>
                  <a:gd name="connsiteY0" fmla="*/ 1038860 h 1061720"/>
                  <a:gd name="connsiteX1" fmla="*/ 1844040 w 1844040"/>
                  <a:gd name="connsiteY1" fmla="*/ 365760 h 1061720"/>
                  <a:gd name="connsiteX2" fmla="*/ 1221432 w 1844040"/>
                  <a:gd name="connsiteY2" fmla="*/ 0 h 1061720"/>
                  <a:gd name="connsiteX3" fmla="*/ 538480 w 1844040"/>
                  <a:gd name="connsiteY3" fmla="*/ 365760 h 1061720"/>
                  <a:gd name="connsiteX4" fmla="*/ 0 w 1844040"/>
                  <a:gd name="connsiteY4" fmla="*/ 927100 h 1061720"/>
                  <a:gd name="connsiteX5" fmla="*/ 1054100 w 1844040"/>
                  <a:gd name="connsiteY5" fmla="*/ 1061720 h 1061720"/>
                  <a:gd name="connsiteX6" fmla="*/ 1135380 w 1844040"/>
                  <a:gd name="connsiteY6" fmla="*/ 1038860 h 1061720"/>
                  <a:gd name="connsiteX0" fmla="*/ 1135380 w 1844040"/>
                  <a:gd name="connsiteY0" fmla="*/ 1038860 h 1061720"/>
                  <a:gd name="connsiteX1" fmla="*/ 1844040 w 1844040"/>
                  <a:gd name="connsiteY1" fmla="*/ 365760 h 1061720"/>
                  <a:gd name="connsiteX2" fmla="*/ 1221432 w 1844040"/>
                  <a:gd name="connsiteY2" fmla="*/ 0 h 1061720"/>
                  <a:gd name="connsiteX3" fmla="*/ 429307 w 1844040"/>
                  <a:gd name="connsiteY3" fmla="*/ 243840 h 1061720"/>
                  <a:gd name="connsiteX4" fmla="*/ 0 w 1844040"/>
                  <a:gd name="connsiteY4" fmla="*/ 927100 h 1061720"/>
                  <a:gd name="connsiteX5" fmla="*/ 1054100 w 1844040"/>
                  <a:gd name="connsiteY5" fmla="*/ 1061720 h 1061720"/>
                  <a:gd name="connsiteX6" fmla="*/ 1135380 w 1844040"/>
                  <a:gd name="connsiteY6" fmla="*/ 1038860 h 1061720"/>
                  <a:gd name="connsiteX0" fmla="*/ 1135380 w 1783388"/>
                  <a:gd name="connsiteY0" fmla="*/ 1038860 h 1061720"/>
                  <a:gd name="connsiteX1" fmla="*/ 1783388 w 1783388"/>
                  <a:gd name="connsiteY1" fmla="*/ 320040 h 1061720"/>
                  <a:gd name="connsiteX2" fmla="*/ 1221432 w 1783388"/>
                  <a:gd name="connsiteY2" fmla="*/ 0 h 1061720"/>
                  <a:gd name="connsiteX3" fmla="*/ 429307 w 1783388"/>
                  <a:gd name="connsiteY3" fmla="*/ 243840 h 1061720"/>
                  <a:gd name="connsiteX4" fmla="*/ 0 w 1783388"/>
                  <a:gd name="connsiteY4" fmla="*/ 927100 h 1061720"/>
                  <a:gd name="connsiteX5" fmla="*/ 1054100 w 1783388"/>
                  <a:gd name="connsiteY5" fmla="*/ 1061720 h 1061720"/>
                  <a:gd name="connsiteX6" fmla="*/ 1135380 w 1783388"/>
                  <a:gd name="connsiteY6" fmla="*/ 1038860 h 1061720"/>
                  <a:gd name="connsiteX0" fmla="*/ 1135380 w 1783388"/>
                  <a:gd name="connsiteY0" fmla="*/ 1130300 h 1153160"/>
                  <a:gd name="connsiteX1" fmla="*/ 1783388 w 1783388"/>
                  <a:gd name="connsiteY1" fmla="*/ 411480 h 1153160"/>
                  <a:gd name="connsiteX2" fmla="*/ 1087999 w 1783388"/>
                  <a:gd name="connsiteY2" fmla="*/ 0 h 1153160"/>
                  <a:gd name="connsiteX3" fmla="*/ 429307 w 1783388"/>
                  <a:gd name="connsiteY3" fmla="*/ 335280 h 1153160"/>
                  <a:gd name="connsiteX4" fmla="*/ 0 w 1783388"/>
                  <a:gd name="connsiteY4" fmla="*/ 1018540 h 1153160"/>
                  <a:gd name="connsiteX5" fmla="*/ 1054100 w 1783388"/>
                  <a:gd name="connsiteY5" fmla="*/ 1153160 h 1153160"/>
                  <a:gd name="connsiteX6" fmla="*/ 1135380 w 1783388"/>
                  <a:gd name="connsiteY6" fmla="*/ 1130300 h 1153160"/>
                  <a:gd name="connsiteX0" fmla="*/ 1135380 w 1783388"/>
                  <a:gd name="connsiteY0" fmla="*/ 1130300 h 1153160"/>
                  <a:gd name="connsiteX1" fmla="*/ 1783388 w 1783388"/>
                  <a:gd name="connsiteY1" fmla="*/ 411480 h 1153160"/>
                  <a:gd name="connsiteX2" fmla="*/ 1087999 w 1783388"/>
                  <a:gd name="connsiteY2" fmla="*/ 0 h 1153160"/>
                  <a:gd name="connsiteX3" fmla="*/ 380786 w 1783388"/>
                  <a:gd name="connsiteY3" fmla="*/ 198120 h 1153160"/>
                  <a:gd name="connsiteX4" fmla="*/ 0 w 1783388"/>
                  <a:gd name="connsiteY4" fmla="*/ 1018540 h 1153160"/>
                  <a:gd name="connsiteX5" fmla="*/ 1054100 w 1783388"/>
                  <a:gd name="connsiteY5" fmla="*/ 1153160 h 1153160"/>
                  <a:gd name="connsiteX6" fmla="*/ 1135380 w 1783388"/>
                  <a:gd name="connsiteY6" fmla="*/ 1130300 h 1153160"/>
                  <a:gd name="connsiteX0" fmla="*/ 1135380 w 1698476"/>
                  <a:gd name="connsiteY0" fmla="*/ 1130300 h 1153160"/>
                  <a:gd name="connsiteX1" fmla="*/ 1698476 w 1698476"/>
                  <a:gd name="connsiteY1" fmla="*/ 480060 h 1153160"/>
                  <a:gd name="connsiteX2" fmla="*/ 1087999 w 1698476"/>
                  <a:gd name="connsiteY2" fmla="*/ 0 h 1153160"/>
                  <a:gd name="connsiteX3" fmla="*/ 380786 w 1698476"/>
                  <a:gd name="connsiteY3" fmla="*/ 198120 h 1153160"/>
                  <a:gd name="connsiteX4" fmla="*/ 0 w 1698476"/>
                  <a:gd name="connsiteY4" fmla="*/ 1018540 h 1153160"/>
                  <a:gd name="connsiteX5" fmla="*/ 1054100 w 1698476"/>
                  <a:gd name="connsiteY5" fmla="*/ 1153160 h 1153160"/>
                  <a:gd name="connsiteX6" fmla="*/ 1135380 w 1698476"/>
                  <a:gd name="connsiteY6" fmla="*/ 1130300 h 1153160"/>
                  <a:gd name="connsiteX0" fmla="*/ 1135380 w 1734867"/>
                  <a:gd name="connsiteY0" fmla="*/ 1130300 h 1153160"/>
                  <a:gd name="connsiteX1" fmla="*/ 1734867 w 1734867"/>
                  <a:gd name="connsiteY1" fmla="*/ 464820 h 1153160"/>
                  <a:gd name="connsiteX2" fmla="*/ 1087999 w 1734867"/>
                  <a:gd name="connsiteY2" fmla="*/ 0 h 1153160"/>
                  <a:gd name="connsiteX3" fmla="*/ 380786 w 1734867"/>
                  <a:gd name="connsiteY3" fmla="*/ 198120 h 1153160"/>
                  <a:gd name="connsiteX4" fmla="*/ 0 w 1734867"/>
                  <a:gd name="connsiteY4" fmla="*/ 1018540 h 1153160"/>
                  <a:gd name="connsiteX5" fmla="*/ 1054100 w 1734867"/>
                  <a:gd name="connsiteY5" fmla="*/ 1153160 h 1153160"/>
                  <a:gd name="connsiteX6" fmla="*/ 1135380 w 1734867"/>
                  <a:gd name="connsiteY6" fmla="*/ 1130300 h 1153160"/>
                  <a:gd name="connsiteX0" fmla="*/ 1135380 w 1734867"/>
                  <a:gd name="connsiteY0" fmla="*/ 1130300 h 1193800"/>
                  <a:gd name="connsiteX1" fmla="*/ 1734867 w 1734867"/>
                  <a:gd name="connsiteY1" fmla="*/ 464820 h 1193800"/>
                  <a:gd name="connsiteX2" fmla="*/ 1087999 w 1734867"/>
                  <a:gd name="connsiteY2" fmla="*/ 0 h 1193800"/>
                  <a:gd name="connsiteX3" fmla="*/ 380786 w 1734867"/>
                  <a:gd name="connsiteY3" fmla="*/ 198120 h 1193800"/>
                  <a:gd name="connsiteX4" fmla="*/ 0 w 1734867"/>
                  <a:gd name="connsiteY4" fmla="*/ 1018540 h 1193800"/>
                  <a:gd name="connsiteX5" fmla="*/ 916623 w 1734867"/>
                  <a:gd name="connsiteY5" fmla="*/ 1193800 h 1193800"/>
                  <a:gd name="connsiteX6" fmla="*/ 1135380 w 1734867"/>
                  <a:gd name="connsiteY6" fmla="*/ 1130300 h 1193800"/>
                  <a:gd name="connsiteX0" fmla="*/ 1054512 w 1734867"/>
                  <a:gd name="connsiteY0" fmla="*/ 1191260 h 1193800"/>
                  <a:gd name="connsiteX1" fmla="*/ 1734867 w 1734867"/>
                  <a:gd name="connsiteY1" fmla="*/ 464820 h 1193800"/>
                  <a:gd name="connsiteX2" fmla="*/ 1087999 w 1734867"/>
                  <a:gd name="connsiteY2" fmla="*/ 0 h 1193800"/>
                  <a:gd name="connsiteX3" fmla="*/ 380786 w 1734867"/>
                  <a:gd name="connsiteY3" fmla="*/ 198120 h 1193800"/>
                  <a:gd name="connsiteX4" fmla="*/ 0 w 1734867"/>
                  <a:gd name="connsiteY4" fmla="*/ 1018540 h 1193800"/>
                  <a:gd name="connsiteX5" fmla="*/ 916623 w 1734867"/>
                  <a:gd name="connsiteY5" fmla="*/ 1193800 h 1193800"/>
                  <a:gd name="connsiteX6" fmla="*/ 1054512 w 1734867"/>
                  <a:gd name="connsiteY6" fmla="*/ 1191260 h 1193800"/>
                  <a:gd name="connsiteX0" fmla="*/ 1054512 w 1734867"/>
                  <a:gd name="connsiteY0" fmla="*/ 1191260 h 1200039"/>
                  <a:gd name="connsiteX1" fmla="*/ 1734867 w 1734867"/>
                  <a:gd name="connsiteY1" fmla="*/ 464820 h 1200039"/>
                  <a:gd name="connsiteX2" fmla="*/ 1087999 w 1734867"/>
                  <a:gd name="connsiteY2" fmla="*/ 0 h 1200039"/>
                  <a:gd name="connsiteX3" fmla="*/ 380786 w 1734867"/>
                  <a:gd name="connsiteY3" fmla="*/ 198120 h 1200039"/>
                  <a:gd name="connsiteX4" fmla="*/ 0 w 1734867"/>
                  <a:gd name="connsiteY4" fmla="*/ 1018540 h 1200039"/>
                  <a:gd name="connsiteX5" fmla="*/ 916623 w 1734867"/>
                  <a:gd name="connsiteY5" fmla="*/ 1193800 h 1200039"/>
                  <a:gd name="connsiteX6" fmla="*/ 1054512 w 1734867"/>
                  <a:gd name="connsiteY6" fmla="*/ 1191260 h 1200039"/>
                  <a:gd name="connsiteX0" fmla="*/ 1054512 w 1734867"/>
                  <a:gd name="connsiteY0" fmla="*/ 1191260 h 1193172"/>
                  <a:gd name="connsiteX1" fmla="*/ 1734867 w 1734867"/>
                  <a:gd name="connsiteY1" fmla="*/ 464820 h 1193172"/>
                  <a:gd name="connsiteX2" fmla="*/ 1087999 w 1734867"/>
                  <a:gd name="connsiteY2" fmla="*/ 0 h 1193172"/>
                  <a:gd name="connsiteX3" fmla="*/ 380786 w 1734867"/>
                  <a:gd name="connsiteY3" fmla="*/ 198120 h 1193172"/>
                  <a:gd name="connsiteX4" fmla="*/ 0 w 1734867"/>
                  <a:gd name="connsiteY4" fmla="*/ 1018540 h 1193172"/>
                  <a:gd name="connsiteX5" fmla="*/ 950992 w 1734867"/>
                  <a:gd name="connsiteY5" fmla="*/ 1087120 h 1193172"/>
                  <a:gd name="connsiteX6" fmla="*/ 1054512 w 1734867"/>
                  <a:gd name="connsiteY6" fmla="*/ 1191260 h 1193172"/>
                  <a:gd name="connsiteX0" fmla="*/ 1054512 w 1734867"/>
                  <a:gd name="connsiteY0" fmla="*/ 1191260 h 1191260"/>
                  <a:gd name="connsiteX1" fmla="*/ 1734867 w 1734867"/>
                  <a:gd name="connsiteY1" fmla="*/ 464820 h 1191260"/>
                  <a:gd name="connsiteX2" fmla="*/ 1087999 w 1734867"/>
                  <a:gd name="connsiteY2" fmla="*/ 0 h 1191260"/>
                  <a:gd name="connsiteX3" fmla="*/ 380786 w 1734867"/>
                  <a:gd name="connsiteY3" fmla="*/ 198120 h 1191260"/>
                  <a:gd name="connsiteX4" fmla="*/ 0 w 1734867"/>
                  <a:gd name="connsiteY4" fmla="*/ 1018540 h 1191260"/>
                  <a:gd name="connsiteX5" fmla="*/ 1054512 w 1734867"/>
                  <a:gd name="connsiteY5" fmla="*/ 1191260 h 1191260"/>
                  <a:gd name="connsiteX0" fmla="*/ 969600 w 1734867"/>
                  <a:gd name="connsiteY0" fmla="*/ 1221740 h 1221740"/>
                  <a:gd name="connsiteX1" fmla="*/ 1734867 w 1734867"/>
                  <a:gd name="connsiteY1" fmla="*/ 464820 h 1221740"/>
                  <a:gd name="connsiteX2" fmla="*/ 1087999 w 1734867"/>
                  <a:gd name="connsiteY2" fmla="*/ 0 h 1221740"/>
                  <a:gd name="connsiteX3" fmla="*/ 380786 w 1734867"/>
                  <a:gd name="connsiteY3" fmla="*/ 198120 h 1221740"/>
                  <a:gd name="connsiteX4" fmla="*/ 0 w 1734867"/>
                  <a:gd name="connsiteY4" fmla="*/ 1018540 h 1221740"/>
                  <a:gd name="connsiteX5" fmla="*/ 969600 w 1734867"/>
                  <a:gd name="connsiteY5" fmla="*/ 1221740 h 1221740"/>
                  <a:gd name="connsiteX0" fmla="*/ 945931 w 1734867"/>
                  <a:gd name="connsiteY0" fmla="*/ 1228434 h 1228434"/>
                  <a:gd name="connsiteX1" fmla="*/ 1734867 w 1734867"/>
                  <a:gd name="connsiteY1" fmla="*/ 464820 h 1228434"/>
                  <a:gd name="connsiteX2" fmla="*/ 1087999 w 1734867"/>
                  <a:gd name="connsiteY2" fmla="*/ 0 h 1228434"/>
                  <a:gd name="connsiteX3" fmla="*/ 380786 w 1734867"/>
                  <a:gd name="connsiteY3" fmla="*/ 198120 h 1228434"/>
                  <a:gd name="connsiteX4" fmla="*/ 0 w 1734867"/>
                  <a:gd name="connsiteY4" fmla="*/ 1018540 h 1228434"/>
                  <a:gd name="connsiteX5" fmla="*/ 945931 w 1734867"/>
                  <a:gd name="connsiteY5" fmla="*/ 1228434 h 1228434"/>
                  <a:gd name="connsiteX0" fmla="*/ 945931 w 1613564"/>
                  <a:gd name="connsiteY0" fmla="*/ 1228434 h 1228434"/>
                  <a:gd name="connsiteX1" fmla="*/ 1613564 w 1613564"/>
                  <a:gd name="connsiteY1" fmla="*/ 551180 h 1228434"/>
                  <a:gd name="connsiteX2" fmla="*/ 1087999 w 1613564"/>
                  <a:gd name="connsiteY2" fmla="*/ 0 h 1228434"/>
                  <a:gd name="connsiteX3" fmla="*/ 380786 w 1613564"/>
                  <a:gd name="connsiteY3" fmla="*/ 198120 h 1228434"/>
                  <a:gd name="connsiteX4" fmla="*/ 0 w 1613564"/>
                  <a:gd name="connsiteY4" fmla="*/ 1018540 h 1228434"/>
                  <a:gd name="connsiteX5" fmla="*/ 945931 w 1613564"/>
                  <a:gd name="connsiteY5" fmla="*/ 1228434 h 1228434"/>
                  <a:gd name="connsiteX0" fmla="*/ 945931 w 1613564"/>
                  <a:gd name="connsiteY0" fmla="*/ 1289394 h 1289394"/>
                  <a:gd name="connsiteX1" fmla="*/ 1613564 w 1613564"/>
                  <a:gd name="connsiteY1" fmla="*/ 612140 h 1289394"/>
                  <a:gd name="connsiteX2" fmla="*/ 1031391 w 1613564"/>
                  <a:gd name="connsiteY2" fmla="*/ 0 h 1289394"/>
                  <a:gd name="connsiteX3" fmla="*/ 380786 w 1613564"/>
                  <a:gd name="connsiteY3" fmla="*/ 259080 h 1289394"/>
                  <a:gd name="connsiteX4" fmla="*/ 0 w 1613564"/>
                  <a:gd name="connsiteY4" fmla="*/ 1079500 h 1289394"/>
                  <a:gd name="connsiteX5" fmla="*/ 945931 w 1613564"/>
                  <a:gd name="connsiteY5" fmla="*/ 1289394 h 1289394"/>
                  <a:gd name="connsiteX0" fmla="*/ 945931 w 1613564"/>
                  <a:gd name="connsiteY0" fmla="*/ 1289394 h 1289394"/>
                  <a:gd name="connsiteX1" fmla="*/ 1613564 w 1613564"/>
                  <a:gd name="connsiteY1" fmla="*/ 612140 h 1289394"/>
                  <a:gd name="connsiteX2" fmla="*/ 1031391 w 1613564"/>
                  <a:gd name="connsiteY2" fmla="*/ 0 h 1289394"/>
                  <a:gd name="connsiteX3" fmla="*/ 396959 w 1613564"/>
                  <a:gd name="connsiteY3" fmla="*/ 182880 h 1289394"/>
                  <a:gd name="connsiteX4" fmla="*/ 0 w 1613564"/>
                  <a:gd name="connsiteY4" fmla="*/ 1079500 h 1289394"/>
                  <a:gd name="connsiteX5" fmla="*/ 945931 w 1613564"/>
                  <a:gd name="connsiteY5" fmla="*/ 1289394 h 1289394"/>
                  <a:gd name="connsiteX0" fmla="*/ 917627 w 1585260"/>
                  <a:gd name="connsiteY0" fmla="*/ 1289394 h 1289394"/>
                  <a:gd name="connsiteX1" fmla="*/ 1585260 w 1585260"/>
                  <a:gd name="connsiteY1" fmla="*/ 612140 h 1289394"/>
                  <a:gd name="connsiteX2" fmla="*/ 1003087 w 1585260"/>
                  <a:gd name="connsiteY2" fmla="*/ 0 h 1289394"/>
                  <a:gd name="connsiteX3" fmla="*/ 368655 w 1585260"/>
                  <a:gd name="connsiteY3" fmla="*/ 182880 h 1289394"/>
                  <a:gd name="connsiteX4" fmla="*/ 0 w 1585260"/>
                  <a:gd name="connsiteY4" fmla="*/ 1054100 h 1289394"/>
                  <a:gd name="connsiteX5" fmla="*/ 917627 w 1585260"/>
                  <a:gd name="connsiteY5" fmla="*/ 1289394 h 12893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85260" h="1289394">
                    <a:moveTo>
                      <a:pt x="917627" y="1289394"/>
                    </a:moveTo>
                    <a:lnTo>
                      <a:pt x="1585260" y="612140"/>
                    </a:lnTo>
                    <a:lnTo>
                      <a:pt x="1003087" y="0"/>
                    </a:lnTo>
                    <a:lnTo>
                      <a:pt x="368655" y="182880"/>
                    </a:lnTo>
                    <a:lnTo>
                      <a:pt x="0" y="1054100"/>
                    </a:lnTo>
                    <a:lnTo>
                      <a:pt x="917627" y="1289394"/>
                    </a:lnTo>
                    <a:close/>
                  </a:path>
                </a:pathLst>
              </a:custGeom>
              <a:solidFill>
                <a:srgbClr val="EEF4FB">
                  <a:alpha val="60000"/>
                </a:srgbClr>
              </a:solidFill>
              <a:ln>
                <a:solidFill>
                  <a:srgbClr val="B7BAB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>
                  <a:solidFill>
                    <a:schemeClr val="bg1"/>
                  </a:solidFill>
                </a:endParaRPr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272F6389-A609-6C58-70EA-2826ED6440A9}"/>
                  </a:ext>
                </a:extLst>
              </p:cNvPr>
              <p:cNvSpPr/>
              <p:nvPr/>
            </p:nvSpPr>
            <p:spPr>
              <a:xfrm>
                <a:off x="13747022" y="2544554"/>
                <a:ext cx="1005840" cy="1005840"/>
              </a:xfrm>
              <a:prstGeom prst="ellipse">
                <a:avLst/>
              </a:prstGeom>
              <a:blipFill>
                <a:blip r:embed="rId5"/>
                <a:srcRect/>
                <a:stretch>
                  <a:fillRect l="-20556" t="-19934" r="-21029" b="-21648"/>
                </a:stretch>
              </a:blipFill>
              <a:ln>
                <a:solidFill>
                  <a:schemeClr val="tx1">
                    <a:alpha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1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AB5C344C-8F24-FB99-74C0-CE58585A64C4}"/>
                  </a:ext>
                </a:extLst>
              </p:cNvPr>
              <p:cNvSpPr/>
              <p:nvPr/>
            </p:nvSpPr>
            <p:spPr>
              <a:xfrm>
                <a:off x="12808047" y="2163068"/>
                <a:ext cx="1005840" cy="1005840"/>
              </a:xfrm>
              <a:prstGeom prst="ellipse">
                <a:avLst/>
              </a:prstGeom>
              <a:blipFill>
                <a:blip r:embed="rId6"/>
                <a:srcRect/>
                <a:stretch>
                  <a:fillRect l="-5656" t="-3318" r="-4954" b="-7286"/>
                </a:stretch>
              </a:blipFill>
              <a:ln>
                <a:solidFill>
                  <a:schemeClr val="tx1">
                    <a:alpha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1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559CB75B-AA1D-D545-2EFD-C4DA74EB5248}"/>
                  </a:ext>
                </a:extLst>
              </p:cNvPr>
              <p:cNvSpPr/>
              <p:nvPr/>
            </p:nvSpPr>
            <p:spPr>
              <a:xfrm>
                <a:off x="12143794" y="2926080"/>
                <a:ext cx="1005840" cy="1005840"/>
              </a:xfrm>
              <a:prstGeom prst="ellipse">
                <a:avLst/>
              </a:prstGeom>
              <a:blipFill>
                <a:blip r:embed="rId7"/>
                <a:srcRect/>
                <a:stretch>
                  <a:fillRect l="-7226" t="81" r="-7438" b="-1849"/>
                </a:stretch>
              </a:blipFill>
              <a:ln>
                <a:solidFill>
                  <a:schemeClr val="tx1">
                    <a:alpha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1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ED63ED0A-4126-FAF9-5203-74AF599E882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758" t="43130" r="36013" b="10667"/>
            <a:stretch/>
          </p:blipFill>
          <p:spPr>
            <a:xfrm>
              <a:off x="6789873" y="3451513"/>
              <a:ext cx="1525248" cy="1808402"/>
            </a:xfrm>
            <a:prstGeom prst="rect">
              <a:avLst/>
            </a:prstGeom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E946455A-1225-BA3F-1F11-225F130A6AD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6061" t="1507" r="7831" b="57822"/>
            <a:stretch/>
          </p:blipFill>
          <p:spPr>
            <a:xfrm>
              <a:off x="5975973" y="1991918"/>
              <a:ext cx="1463578" cy="1651634"/>
            </a:xfrm>
            <a:prstGeom prst="rect">
              <a:avLst/>
            </a:prstGeom>
          </p:spPr>
        </p:pic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9B059224-8E14-2236-021A-3ACEE395BE2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6364" t="39992" r="7528" b="19337"/>
            <a:stretch/>
          </p:blipFill>
          <p:spPr>
            <a:xfrm>
              <a:off x="6632266" y="1015403"/>
              <a:ext cx="876415" cy="989026"/>
            </a:xfrm>
            <a:prstGeom prst="rect">
              <a:avLst/>
            </a:prstGeom>
          </p:spPr>
        </p:pic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85B66E20-C00D-176C-80FD-49E9FBD6BDB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3797" r="63135"/>
            <a:stretch/>
          </p:blipFill>
          <p:spPr>
            <a:xfrm>
              <a:off x="8226692" y="3284700"/>
              <a:ext cx="1997646" cy="1813626"/>
            </a:xfrm>
            <a:prstGeom prst="rect">
              <a:avLst/>
            </a:prstGeom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848AA9A5-5DEA-7767-E5EC-93778C527E48}"/>
              </a:ext>
            </a:extLst>
          </p:cNvPr>
          <p:cNvGrpSpPr/>
          <p:nvPr/>
        </p:nvGrpSpPr>
        <p:grpSpPr>
          <a:xfrm>
            <a:off x="586277" y="475157"/>
            <a:ext cx="4737698" cy="4737699"/>
            <a:chOff x="671313" y="291604"/>
            <a:chExt cx="5187690" cy="518769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62CC78A-B986-6D7F-215E-FAFB2A4562B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15" t="1326" r="2362" b="2606"/>
            <a:stretch>
              <a:fillRect/>
            </a:stretch>
          </p:blipFill>
          <p:spPr>
            <a:xfrm>
              <a:off x="671313" y="291604"/>
              <a:ext cx="5187690" cy="5187690"/>
            </a:xfrm>
            <a:prstGeom prst="round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1BE05F18-1D24-7D2B-C7CC-37EC73E579E0}"/>
                </a:ext>
              </a:extLst>
            </p:cNvPr>
            <p:cNvSpPr txBox="1"/>
            <p:nvPr/>
          </p:nvSpPr>
          <p:spPr>
            <a:xfrm rot="18747116">
              <a:off x="3866375" y="3743533"/>
              <a:ext cx="2088778" cy="783009"/>
            </a:xfrm>
            <a:prstGeom prst="round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Patient-derived organoids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527206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608</TotalTime>
  <Words>15</Words>
  <Application>Microsoft Office PowerPoint</Application>
  <PresentationFormat>Custom</PresentationFormat>
  <Paragraphs>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Cleveland Clinic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Than, Nam T.</dc:creator>
  <cp:lastModifiedBy>Than, Nam T.</cp:lastModifiedBy>
  <cp:revision>7</cp:revision>
  <dcterms:created xsi:type="dcterms:W3CDTF">2026-08-15T10:50:45Z</dcterms:created>
  <dcterms:modified xsi:type="dcterms:W3CDTF">2026-08-16T04:58:29Z</dcterms:modified>
</cp:coreProperties>
</file>